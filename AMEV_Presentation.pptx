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42948207befb0110357d8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8a00820793927b17984c5d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70a48211b670a43562de4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5c108211b4f9d7ff6f741e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3bf88211b0bdc44252b25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56848207a3d7f86fe2f84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762c81f797a2b01256d8a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d1d88207be2609d15763d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1e1c8207b43b946c2c92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e_00000000c224820795c3a9c62c44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